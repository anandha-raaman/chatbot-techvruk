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73152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DC2626"/>
                </a:solidFill>
              </a:defRPr>
            </a:pPr>
            <a:r>
              <a:t>TECHVRUK AI CONTEST SUBMISSION • UNIVERSAL AGENTIC SYSTEM</a:t>
            </a:r>
          </a:p>
          <a:p>
            <a:pPr>
              <a:spcAft>
                <a:spcPts val="1600"/>
              </a:spcAft>
              <a:defRPr sz="3600" b="1">
                <a:solidFill>
                  <a:srgbClr val="0F172A"/>
                </a:solidFill>
              </a:defRPr>
            </a:pPr>
            <a:r>
              <a:t>Universal Task Planner Agent</a:t>
            </a:r>
            <a:br/>
            <a:r>
              <a:t>Autonomous Goal Decomposition for ANY Task</a:t>
            </a:r>
          </a:p>
          <a:p>
            <a:pPr>
              <a:spcAft>
                <a:spcPts val="3200"/>
              </a:spcAft>
              <a:defRPr sz="1600">
                <a:solidFill>
                  <a:srgbClr val="64748B"/>
                </a:solidFill>
              </a:defRPr>
            </a:pPr>
            <a:r>
              <a:t>Accepts any arbitrary goal (e.g. travel, software development, exam prep, event planning)</a:t>
            </a:r>
            <a:br/>
            <a:r>
              <a:t>and autonomously deconstructs it into phased subtasks, critical path schedules, and risk safeguards.</a:t>
            </a:r>
          </a:p>
          <a:p>
            <a:pPr>
              <a:defRPr sz="1400" b="1">
                <a:solidFill>
                  <a:srgbClr val="991B1B"/>
                </a:solidFill>
              </a:defRPr>
            </a:pPr>
            <a:r>
              <a:t>Candidate: Anandha Raaman S  |  Stack: Python, Pydantic, Gemini API / Offline Engine, Streamlit (Red &amp; White Theme)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01 / 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Problem: Why Unstructured Goals Fail in One-Shot Prompting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DC2626"/>
                </a:solidFill>
              </a:defRPr>
            </a:pPr>
            <a:r>
              <a:t>❌ One-Shot LLM Text Generation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Unstructured Paragraph Dumps: Produces vague essays lacking sequential order, timestamps, or milestone checkpoints.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Zero Constraint Verification: Never calculates whether a stated budget or timeline can realistically cover execution.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Blind to Dependency Blockers: Schedules downstream actions before prerequisites are confirmed (e.g. touring before transit).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Rigid Static Templates: Brittle bots fail when user input diverges from hardcoded topics.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991B1B"/>
                </a:solidFill>
              </a:defRPr>
            </a:pPr>
            <a:r>
              <a:t>✅ Universal Task Planner Solution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Universal Goal Deconstruction: Dynamically analyzes ANY task or prompt without being restricted to pre-baked plans.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Phased Sub-Task Matrix: Generates discrete, numbered subtasks with duration estimates and explicit deliverables.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Feasibility Auditing: Tests timeline and budget limits against operational benchmarks with feasibility scoring (0-100).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Critical Path &amp; Risk Guardrails: Maps sequential bottleneck chains and injects automated contingency safeguards.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02 / ARCHITECTURE &amp;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System Architecture: Plan → Act → Observe → Respond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DC2626"/>
                </a:solidFill>
              </a:defRPr>
            </a:pPr>
            <a:r>
              <a:t>1. PLAN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Task Intent Parsing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Extracts primary objective, numerical timeline, budget ceiling, and complexity tier for ANY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DC2626"/>
                </a:solidFill>
              </a:defRPr>
            </a:pPr>
            <a:r>
              <a:t>2. ACT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Universal Tool Invocations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Calls specialized tools: intent analyzer, feasibility auditor, subtask decomposer, critical path scheduler.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DC2626"/>
                </a:solidFill>
              </a:defRPr>
            </a:pPr>
            <a:r>
              <a:t>3. OBSERVE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Telemetry Scratchpad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Accumulates structured observations and constraint checks into Pydantic AgentState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DC2626"/>
                </a:solidFill>
              </a:defRPr>
            </a:pPr>
            <a:r>
              <a:t>4. RESPOND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Master Plan Synthesis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Compiles phase matrix, milestone timeline, risk safeguards, and persists plan with unique Plan 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03 / TOOL SUITE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Universal Tool Suite &amp; Multi-Domain Planning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DC2626"/>
                </a:solidFill>
              </a:defRPr>
            </a:pPr>
            <a:r>
              <a:t>🛠️ Autonomous Planning Tools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analyze_task_intent: Extracts goal intent, domain category, timeline constraints &amp; complexity.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audit_feasibility_and_effort: Computes workload hours, feasibility scores (0-100) &amp; bottlenecks.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decompose_any_task: Universally breaks down any task into 4 phased, chronological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derive_critical_path_and_milestones: Calculates sequential critical paths &amp; 3 progress gates.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audit_failure_modes_and_safeguards: Identifies operational risks &amp; automated mitigations.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persist_master_plan: Archives compiled master plans into permanent JSON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991B1B"/>
                </a:solidFill>
              </a:defRPr>
            </a:pPr>
            <a:r>
              <a:t>🌐 Tested Across Diverse Domains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Travel &amp; Trips: 'Plan a 3-day trip to Tokyo for 2 people on a $1,200 budget.' (Phased daily itinerary, transit &amp; lodging).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Software Engineering: 'Build and launch a SaaS AI MVP in 4 weeks with authentication and billing.' (PRD, backend, frontend, testing).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Exam Prep &amp; Certifications: 'Prepare for AWS Solutions Architect in 30 days.' (Study milestones, practice labs, revision).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Events &amp; Hackathons: 'Organize a 2-day technical hackathon for 100 participants in 3 weeks.' (Venue, prizes, mentorship).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Domestic &amp; Lifestyle: 'Renovate apartment with $5,000 budget' or 'Train for a half marathon in 10 weeks.'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04 / BENCHMARKS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Test Coverage, Technology Stack &amp; Contest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DC2626"/>
                </a:solidFill>
              </a:defRPr>
            </a:pPr>
            <a:r>
              <a:t>🎯 Benchmark Verification &amp; Compliance Matrix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100% Automated Test Suite: 6 automated unit tests validating intent extraction, feasibility scoring, arbitrary task decomposition, critical path derivation, risk safeguards, and end-to-end plan generation.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Strict Agentic Behavior: Demonstrates true Plan -&gt; Act -&gt; Observe -&gt; Respond workflow with continuous scratchpad telemetry (no single-shot prompt hacks).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Free-Tier &amp; Zero-Key Compliance: Supports Google Gemini API (gemini-1.5-flash) and features a built-in offline simulator engine so judges can run it without API keys.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Ultra-Smooth Red &amp; White Gemini UI: Minimalist, clean user interface styled with crimson red accents and floating suggestion chips.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✔ Audit Trail: Structured plan export into JSON guarantees every generated plan has a unique Plan ID (PLAN-2026-...) for verifiable execution.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