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TECHVRUK AI CONTEST SUBMISSION • TASK PLANNER AGENT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</a:defRPr>
            </a:pPr>
            <a:r>
              <a:t>Autonomous Task Planner Agent</a:t>
            </a:r>
            <a:br/>
            <a:r>
              <a:t>Goal Decomposition &amp; Execution Architecture</a:t>
            </a:r>
          </a:p>
          <a:p>
            <a:pPr>
              <a:spcAft>
                <a:spcPts val="3200"/>
              </a:spcAft>
              <a:defRPr sz="1600">
                <a:solidFill>
                  <a:srgbClr val="94A3B8"/>
                </a:solidFill>
              </a:defRPr>
            </a:pPr>
            <a:r>
              <a:t>Given an ambiguous goal (e.g. 'plan a 3-day trip'), autonomously decomposes it into phased sub-tasks,</a:t>
            </a:r>
            <a:br/>
            <a:r>
              <a:t>computes feasibility, critical path schedules, budget allocations, and contingency safeguards.</a:t>
            </a:r>
          </a:p>
          <a:p>
            <a:pPr>
              <a:defRPr sz="1400" b="1">
                <a:solidFill>
                  <a:srgbClr val="4ADE80"/>
                </a:solidFill>
              </a:defRPr>
            </a:pPr>
            <a:r>
              <a:t>Candidate: Anandha Raaman S  |  Stack: Python, Pydantic, Gemini API / Offline Engine,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01 / CONTEXT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Problem: Why Unstructured Goals Fail in Single-Call LLMs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F87171"/>
                </a:solidFill>
              </a:defRPr>
            </a:pPr>
            <a:r>
              <a:t>❌ One-Shot LLM Text Generation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Unstructured Paragraph Dumps: Produces vague essays lacking sequential order, timestamps, or milestone checkpoints.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Zero Constraint Verification: Never calculates whether a $1,200 budget or 3-day window can realistically cover the itinerary.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Blind to Dependency Blockers: Schedules downstream actions before prerequisites are confirmed (e.g. touring before transit).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No Operational Safeguards: Ignores weather contingencies, booking lead times, and failure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4ADE80"/>
                </a:solidFill>
              </a:defRPr>
            </a:pPr>
            <a:r>
              <a:t>✅ Autonomous Task Planner Solution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Decomposed Multi-Phase Breakdown: Generates discrete, numbered sub-tasks with duration estimates and explicit deliverables.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Feasibility Auditing: Tests timeline and budget limits against domain benchmarks with feasibility scoring (0-100).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Critical Path Analysis: Maps dependency chains (TASK-01 ➔ TASK-02) and highlights bottlenecks.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Deterministic Risk Mitigation: Injects automated contingency protocols for each identified operational failure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02 / ARCHITECTURE &amp;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Architecture: Plan → Act → Observe → Respond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38BDF8"/>
                </a:solidFill>
              </a:defRPr>
            </a:pPr>
            <a:r>
              <a:t>1. PLAN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Constraint Parsing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Extracts primary goal, numerical duration, budget ceiling, and domain classification.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38BDF8"/>
                </a:solidFill>
              </a:defRPr>
            </a:pPr>
            <a:r>
              <a:t>2. ACT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Tool Invocations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Calls specialized tools: blueprint search, feasibility auditor, subtask decomposer, critical path scheduler.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38BDF8"/>
                </a:solidFill>
              </a:defRPr>
            </a:pPr>
            <a:r>
              <a:t>3. OBSERVE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State Scratchpad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Accumulates structured observations and constraint checks into Pydantic AgentState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4ADE80"/>
                </a:solidFill>
              </a:defRPr>
            </a:pPr>
            <a:r>
              <a:t>4. RESPOND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</a:defRPr>
            </a:pPr>
            <a:r>
              <a:t>Master Plan Synthesis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Compiles phase matrix, milestone timeline, budget breakdown, and persists plan with Plan 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03 / TOOL SUITE &amp;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Autonomous Tool Suite &amp; 3-Day Trip Execution Showcase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🛠️ Autonomous Planning Tools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search_domain_blueprints: Retrieves domain blueprints and milestone phases.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analyze_goal_feasibility: Tests timeline feasibility and resource limits.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decompose_into_subtasks: Generates phase-aligned, numbered sub-tasks with deliverables.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calculate_schedule_and_critical_path: Derives sequential critical path and milestone checkpoints.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assess_risks_and_mitigations: Identifies failure modes and injects contingency safeguards.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export_structured_plan: Persists compiled master plan into permanent JSON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800" b="1">
                <a:solidFill>
                  <a:srgbClr val="4ADE80"/>
                </a:solidFill>
              </a:defRPr>
            </a:pPr>
            <a:r>
              <a:t>🌸 Benchmark: 'Plan a 3-Day Trip to Tokyo'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Input Goal: 'Plan a 3-day cultural &amp; culinary trip to Tokyo for 2 people on a $1,200 budget.'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Phase 1 Logistics: Lodging reservation, flight transfers, local eSIM data, and IC transit card pre-orders.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Phase 2 Itinerary: Day 1 arrival &amp; orientation walk; Day 2 Asakusa &amp; culinary food tour; Day 3 Meiji Shrine &amp; market shopping.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Budget Optimization: Allocates 35% lodging ($420), 25% transit ($300), 20% dining ($240), 12% activities ($144), 8% buffer ($96).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Risk Mitigation: Pre-downloads offline transit maps and schedules open-date vouchers for rainy weather.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04 / BENCHMARKS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Test Coverage, Technology Stack &amp; Contest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800" b="1">
                <a:solidFill>
                  <a:srgbClr val="4ADE80"/>
                </a:solidFill>
              </a:defRPr>
            </a:pPr>
            <a:r>
              <a:t>🎯 Benchmark Verification &amp; Compliance Matrix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✔ 100% Automated Test Suite: 6 automated unit tests validating blueprint search, feasibility scoring, 3-day subtask decomposition, critical path derivation, risk assessment, and end-to-end plan generation.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✔ Strict Agentic Behavior: Demonstrates true Plan -&gt; Act -&gt; Observe -&gt; Respond workflow with continuous scratchpad telemetry (no single-shot prompt hacks).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✔ Free-Tier &amp; Zero-Key Compliance: Supports Google Gemini API (gemini-1.5-flash) and features a built-in offline simulator engine so judges can run it without API keys.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✔ Dual Operational Interfaces: Interactive Streamlit Web UI with live reasoning inspector and 1-click test scenarios + rich terminal CLI.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✔ Audit Trail: Structured plan export into JSON guarantees every generated plan has a unique Plan ID (PLAN-2026-...) for verifiable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